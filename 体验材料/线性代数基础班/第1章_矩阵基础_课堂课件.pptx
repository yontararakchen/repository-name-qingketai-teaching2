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第1章 矩阵基础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线性代数基础班</a:t>
            </a:r>
          </a:p>
          <a:p>
            <a:pPr>
              <a:defRPr sz="2400"/>
            </a:pPr>
            <a:r>
              <a:t>从阶数、乘法到转置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矩阵乘法先看阶数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A(m×n)B(n×p) 可乘</a:t>
            </a:r>
          </a:p>
          <a:p>
            <a:pPr>
              <a:defRPr sz="2400"/>
            </a:pPr>
            <a:r>
              <a:t>结果是 m×p</a:t>
            </a:r>
          </a:p>
          <a:p>
            <a:pPr>
              <a:defRPr sz="2400"/>
            </a:pPr>
            <a:r>
              <a:t>示例：2×3 · 3×4 = 2×4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课堂活动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若 A 为 2×3，B 为 3×1，AB 的阶数是？</a:t>
            </a:r>
          </a:p>
          <a:p>
            <a:pPr>
              <a:defRPr sz="2400"/>
            </a:pPr>
            <a:r>
              <a:t>A. 2×1   B. 3×2   C. 2×3   D. 不能相乘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课后迁移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把一道题的答案、过程和一个仍然困惑的地方提交给老师。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