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大学线性代数综合测试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两道综合题 · 90分钟 · 满分100分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第1题：参数矩阵与线性方程组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讨论 rank(A(t)) 的参数分类</a:t>
            </a:r>
          </a:p>
          <a:p>
            <a:pPr>
              <a:defRPr sz="2400"/>
            </a:pPr>
            <a:r>
              <a:t>求基础解系与非齐次方程通解</a:t>
            </a:r>
          </a:p>
          <a:p>
            <a:pPr>
              <a:defRPr sz="2400"/>
            </a:pPr>
            <a:r>
              <a:t>重点：行变换、秩、解空间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第2题：实对称矩阵与谱分解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求特征值和单位特征向量</a:t>
            </a:r>
          </a:p>
          <a:p>
            <a:pPr>
              <a:defRPr sz="2400"/>
            </a:pPr>
            <a:r>
              <a:t>验证 B=QΛQᵀ</a:t>
            </a:r>
          </a:p>
          <a:p>
            <a:pPr>
              <a:defRPr sz="2400"/>
            </a:pPr>
            <a:r>
              <a:t>解释二次型正交化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提交与批改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两位学生提交：一份正确答案、一份故意错误答案</a:t>
            </a:r>
          </a:p>
          <a:p>
            <a:pPr>
              <a:defRPr sz="2400"/>
            </a:pPr>
            <a:r>
              <a:t>教师按评分细则批改并回写掌握度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